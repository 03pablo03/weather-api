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  <p:embeddedFont>
      <p:font typeface="Work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gvlsf0sD13816Q6icnH3AWLSA/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customschemas.google.com/relationships/presentationmetadata" Target="meta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Lato-regular.fntdata"/><Relationship Id="rId21" Type="http://schemas.openxmlformats.org/officeDocument/2006/relationships/font" Target="fonts/Lato-boldItalic.fntdata"/><Relationship Id="rId3" Type="http://schemas.openxmlformats.org/officeDocument/2006/relationships/presProps" Target="presProps.xml"/><Relationship Id="rId25" Type="http://schemas.openxmlformats.org/officeDocument/2006/relationships/font" Target="fonts/WorkSans-bold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Raleway-boldItalic.fntdata"/><Relationship Id="rId20" Type="http://schemas.openxmlformats.org/officeDocument/2006/relationships/font" Target="fonts/Lato-italic.fntdata"/><Relationship Id="rId2" Type="http://schemas.openxmlformats.org/officeDocument/2006/relationships/viewProps" Target="viewProps.xml"/><Relationship Id="rId16" Type="http://schemas.openxmlformats.org/officeDocument/2006/relationships/font" Target="fonts/Raleway-italic.fntdata"/><Relationship Id="rId29" Type="http://schemas.openxmlformats.org/officeDocument/2006/relationships/customXml" Target="../customXml/item3.xml"/><Relationship Id="rId24" Type="http://schemas.openxmlformats.org/officeDocument/2006/relationships/font" Target="fonts/WorkSans-italic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WorkSans-bold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Raleway-bold.fntdata"/><Relationship Id="rId28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font" Target="fonts/Lato-bold.fntdata"/><Relationship Id="rId22" Type="http://schemas.openxmlformats.org/officeDocument/2006/relationships/font" Target="fonts/WorkSans-regular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aleway-regular.fntdata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1f629ede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41f629ed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b194850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d3b194850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3b194850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d3b19485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3b194850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d3b194850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a464838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3a464838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b194850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d3b194850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3b194850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d3b194850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6"/>
          <p:cNvGrpSpPr/>
          <p:nvPr/>
        </p:nvGrpSpPr>
        <p:grpSpPr>
          <a:xfrm>
            <a:off x="830394" y="1191277"/>
            <a:ext cx="745763" cy="45826"/>
            <a:chOff x="4580561" y="2589004"/>
            <a:chExt cx="1064464" cy="25200"/>
          </a:xfrm>
        </p:grpSpPr>
        <p:sp>
          <p:nvSpPr>
            <p:cNvPr id="12" name="Google Shape;12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" name="Google Shape;16;p26"/>
          <p:cNvSpPr txBox="1"/>
          <p:nvPr/>
        </p:nvSpPr>
        <p:spPr>
          <a:xfrm>
            <a:off x="830400" y="4304700"/>
            <a:ext cx="797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IES Abastos									  CE Inteligencia Artificial y Big Data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											      Modelos de Inteligencia Artificial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2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2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1" name="Google Shape;31;p28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2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5" name="Google Shape;35;p2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2" name="Google Shape;42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p3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4" name="Google Shape;54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" name="Google Shape;57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8" name="Google Shape;58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32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1" name="Google Shape;61;p32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5" name="Google Shape;65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" name="Google Shape;67;p3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2" name="Google Shape;72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3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5" name="Google Shape;75;p3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6" name="Google Shape;76;p3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80" name="Google Shape;80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3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3" name="Google Shape;83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" name="Google Shape;85;p3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3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a288d905_0_100"/>
          <p:cNvSpPr txBox="1"/>
          <p:nvPr>
            <p:ph type="ctrTitle"/>
          </p:nvPr>
        </p:nvSpPr>
        <p:spPr>
          <a:xfrm>
            <a:off x="439266" y="440266"/>
            <a:ext cx="41328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Work Sans"/>
              <a:buNone/>
              <a:defRPr b="1" i="0" sz="48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g3d3a288d905_0_100"/>
          <p:cNvSpPr txBox="1"/>
          <p:nvPr>
            <p:ph idx="1" type="body"/>
          </p:nvPr>
        </p:nvSpPr>
        <p:spPr>
          <a:xfrm>
            <a:off x="439266" y="1364457"/>
            <a:ext cx="41328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Imagen que contiene firmar, parada, alimentos, dibujo&#10;&#10;Descripción generada automáticamente" id="93" name="Google Shape;93;g3d3a288d905_0_10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266" y="4040718"/>
            <a:ext cx="1586649" cy="41697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d3a288d905_0_10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728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d3a288d905_0_100"/>
          <p:cNvSpPr txBox="1"/>
          <p:nvPr>
            <p:ph idx="2" type="body"/>
          </p:nvPr>
        </p:nvSpPr>
        <p:spPr>
          <a:xfrm>
            <a:off x="5011737" y="0"/>
            <a:ext cx="41322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39"/>
              <a:buNone/>
            </a:pPr>
            <a:r>
              <a:rPr lang="es"/>
              <a:t>UT</a:t>
            </a:r>
            <a:r>
              <a:rPr lang="es" sz="4650"/>
              <a:t>.8 Actividad 2</a:t>
            </a:r>
            <a:endParaRPr sz="465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67"/>
              <a:buNone/>
            </a:pPr>
            <a:r>
              <a:t/>
            </a:r>
            <a:endParaRPr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6225" y="3926025"/>
            <a:ext cx="3229400" cy="11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5626175" y="4196725"/>
            <a:ext cx="3229500" cy="5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Programación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C.E. en Inteligencia Artificial y Big Data.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1f629ede2_0_2"/>
          <p:cNvSpPr txBox="1"/>
          <p:nvPr>
            <p:ph type="title"/>
          </p:nvPr>
        </p:nvSpPr>
        <p:spPr>
          <a:xfrm>
            <a:off x="687150" y="5995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Bloques de la unidad:</a:t>
            </a:r>
            <a:endParaRPr/>
          </a:p>
        </p:txBody>
      </p:sp>
      <p:sp>
        <p:nvSpPr>
          <p:cNvPr id="108" name="Google Shape;108;g341f629ede2_0_2"/>
          <p:cNvSpPr txBox="1"/>
          <p:nvPr>
            <p:ph idx="1" type="body"/>
          </p:nvPr>
        </p:nvSpPr>
        <p:spPr>
          <a:xfrm>
            <a:off x="827375" y="1250200"/>
            <a:ext cx="7773300" cy="3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2100"/>
              <a:t>17. Actividad 2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1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3b194850b_0_16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s"/>
              <a:t>17. Actividad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4" name="Google Shape;114;g3d3b194850b_0_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5" name="Google Shape;115;g3d3b194850b_0_16"/>
          <p:cNvSpPr txBox="1"/>
          <p:nvPr/>
        </p:nvSpPr>
        <p:spPr>
          <a:xfrm>
            <a:off x="283350" y="1270075"/>
            <a:ext cx="82959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Recordatorio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b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3d3b194850b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200" y="1974949"/>
            <a:ext cx="7458150" cy="30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3b194850b_0_9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s"/>
              <a:t>17. Actividad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2" name="Google Shape;122;g3d3b194850b_0_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3" name="Google Shape;123;g3d3b194850b_0_9"/>
          <p:cNvSpPr txBox="1"/>
          <p:nvPr/>
        </p:nvSpPr>
        <p:spPr>
          <a:xfrm>
            <a:off x="283350" y="1270075"/>
            <a:ext cx="82959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Recordatorio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b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3d3b194850b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475" y="1889350"/>
            <a:ext cx="6297276" cy="3148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3b194850b_0_1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1111"/>
              <a:buFont typeface="Arial"/>
              <a:buNone/>
            </a:pPr>
            <a:r>
              <a:rPr lang="es"/>
              <a:t>17. Actividad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0" name="Google Shape;130;g3d3b194850b_0_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1" name="Google Shape;131;g3d3b194850b_0_1"/>
          <p:cNvSpPr txBox="1"/>
          <p:nvPr/>
        </p:nvSpPr>
        <p:spPr>
          <a:xfrm>
            <a:off x="283350" y="1270075"/>
            <a:ext cx="82959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Recordatorio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b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3d3b194850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6621" y="1685375"/>
            <a:ext cx="5158974" cy="306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a464838a_1_0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17. Actividad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38" name="Google Shape;138;g3d3a464838a_1_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9" name="Google Shape;139;g3d3a464838a_1_0"/>
          <p:cNvSpPr txBox="1"/>
          <p:nvPr/>
        </p:nvSpPr>
        <p:spPr>
          <a:xfrm>
            <a:off x="283350" y="1270075"/>
            <a:ext cx="8295900" cy="52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Realizar un portal meteorologico full stack que se conecte a una API tipo Open Meteo.</a:t>
            </a:r>
            <a:endParaRPr sz="27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Se debe de utilizar todos los tipos: Agent Custom, Skills, Prompts e Instrucctions.</a:t>
            </a:r>
            <a:endParaRPr sz="27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Se deberá de inicializar el proyecto, realizar un plan y ejecutarlo con un Agent.</a:t>
            </a:r>
            <a:endParaRPr sz="2700"/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b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b194850b_0_37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17. Actividad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5" name="Google Shape;145;g3d3b194850b_0_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6" name="Google Shape;146;g3d3b194850b_0_37"/>
          <p:cNvSpPr txBox="1"/>
          <p:nvPr/>
        </p:nvSpPr>
        <p:spPr>
          <a:xfrm>
            <a:off x="283350" y="1270075"/>
            <a:ext cx="8295900" cy="5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Se debera de subir al repositorio y ejecutar los 3 tipos de TEST 	que hemos visto en teoria para garantizar el correcto funcionamiento de nuestro software</a:t>
            </a:r>
            <a:endParaRPr sz="2700"/>
          </a:p>
          <a:p>
            <a:pPr indent="-4000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●"/>
            </a:pPr>
            <a:r>
              <a:rPr lang="es" sz="2700"/>
              <a:t>Unitarios.</a:t>
            </a:r>
            <a:endParaRPr sz="2700"/>
          </a:p>
          <a:p>
            <a:pPr indent="-4000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s" sz="2700"/>
              <a:t>Integración</a:t>
            </a:r>
            <a:endParaRPr sz="2700"/>
          </a:p>
          <a:p>
            <a:pPr indent="-4000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s" sz="2700"/>
              <a:t>Con Mocks</a:t>
            </a:r>
            <a:endParaRPr sz="2700"/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b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b194850b_0_31"/>
          <p:cNvSpPr txBox="1"/>
          <p:nvPr>
            <p:ph type="title"/>
          </p:nvPr>
        </p:nvSpPr>
        <p:spPr>
          <a:xfrm>
            <a:off x="727650" y="5657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17. Actividad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52" name="Google Shape;152;g3d3b194850b_0_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3" name="Google Shape;153;g3d3b194850b_0_31"/>
          <p:cNvSpPr txBox="1"/>
          <p:nvPr/>
        </p:nvSpPr>
        <p:spPr>
          <a:xfrm>
            <a:off x="283350" y="1270075"/>
            <a:ext cx="8295900" cy="4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" sz="2700"/>
              <a:t>El Portal debe de contener:</a:t>
            </a:r>
            <a:endParaRPr sz="2700"/>
          </a:p>
          <a:p>
            <a:pPr indent="-4000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00"/>
              <a:buChar char="-"/>
            </a:pPr>
            <a:r>
              <a:rPr lang="es" sz="2700"/>
              <a:t>Tiempo actual.</a:t>
            </a:r>
            <a:endParaRPr sz="2700"/>
          </a:p>
          <a:p>
            <a:pPr indent="-4000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es" sz="2700"/>
              <a:t>Previsión próximas 24 horas.</a:t>
            </a:r>
            <a:endParaRPr sz="2700"/>
          </a:p>
          <a:p>
            <a:pPr indent="-4000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00"/>
              <a:buChar char="-"/>
            </a:pPr>
            <a:r>
              <a:rPr lang="es" sz="2700"/>
              <a:t>Alertas meteorológicas.</a:t>
            </a:r>
            <a:endParaRPr sz="2700"/>
          </a:p>
          <a:p>
            <a:pPr indent="0" lvl="0" marL="457200" marR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b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A1B95219B76E47ACD850CFA1495139" ma:contentTypeVersion="4" ma:contentTypeDescription="Crear nuevo documento." ma:contentTypeScope="" ma:versionID="77427bc98cceaa86f8b35c1b55e5b4e9">
  <xsd:schema xmlns:xsd="http://www.w3.org/2001/XMLSchema" xmlns:xs="http://www.w3.org/2001/XMLSchema" xmlns:p="http://schemas.microsoft.com/office/2006/metadata/properties" xmlns:ns2="9e3a93df-7795-48f2-9907-9eec23de68c1" targetNamespace="http://schemas.microsoft.com/office/2006/metadata/properties" ma:root="true" ma:fieldsID="6c2c55a1b77c0d6ec61b0ffe1ba53781" ns2:_="">
    <xsd:import namespace="9e3a93df-7795-48f2-9907-9eec23de68c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3a93df-7795-48f2-9907-9eec23de68c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9e3a93df-7795-48f2-9907-9eec23de68c1" xsi:nil="true"/>
  </documentManagement>
</p:properties>
</file>

<file path=customXml/itemProps1.xml><?xml version="1.0" encoding="utf-8"?>
<ds:datastoreItem xmlns:ds="http://schemas.openxmlformats.org/officeDocument/2006/customXml" ds:itemID="{9B346A36-A1FA-4A0C-A819-530B87814EFA}"/>
</file>

<file path=customXml/itemProps2.xml><?xml version="1.0" encoding="utf-8"?>
<ds:datastoreItem xmlns:ds="http://schemas.openxmlformats.org/officeDocument/2006/customXml" ds:itemID="{E4D5F90D-0475-44CE-8A79-319459987B85}"/>
</file>

<file path=customXml/itemProps3.xml><?xml version="1.0" encoding="utf-8"?>
<ds:datastoreItem xmlns:ds="http://schemas.openxmlformats.org/officeDocument/2006/customXml" ds:itemID="{F6C652F4-5F53-4607-818A-C0B6129B9EF8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0x0101000AA1B95219B76E47ACD850CFA1495139</vt:lpwstr>
  </property>
</Properties>
</file>